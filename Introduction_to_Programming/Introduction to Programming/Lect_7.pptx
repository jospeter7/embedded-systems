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9" r:id="rId1"/>
  </p:sldMasterIdLst>
  <p:notesMasterIdLst>
    <p:notesMasterId r:id="rId14"/>
  </p:notesMasterIdLst>
  <p:sldIdLst>
    <p:sldId id="258" r:id="rId2"/>
    <p:sldId id="261" r:id="rId3"/>
    <p:sldId id="262" r:id="rId4"/>
    <p:sldId id="343" r:id="rId5"/>
    <p:sldId id="344" r:id="rId6"/>
    <p:sldId id="345" r:id="rId7"/>
    <p:sldId id="346" r:id="rId8"/>
    <p:sldId id="347" r:id="rId9"/>
    <p:sldId id="348" r:id="rId10"/>
    <p:sldId id="349" r:id="rId11"/>
    <p:sldId id="350" r:id="rId12"/>
    <p:sldId id="342" r:id="rId1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912">
          <p15:clr>
            <a:srgbClr val="A4A3A4"/>
          </p15:clr>
        </p15:guide>
        <p15:guide id="2" pos="7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a:srgbClr val="3333FF"/>
    <a:srgbClr val="B2B2B2"/>
    <a:srgbClr val="800000"/>
    <a:srgbClr val="996600"/>
    <a:srgbClr val="FF9999"/>
    <a:srgbClr val="33CC33"/>
    <a:srgbClr val="3366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44" autoAdjust="0"/>
    <p:restoredTop sz="94737" autoAdjust="0"/>
  </p:normalViewPr>
  <p:slideViewPr>
    <p:cSldViewPr>
      <p:cViewPr varScale="1">
        <p:scale>
          <a:sx n="85" d="100"/>
          <a:sy n="85" d="100"/>
        </p:scale>
        <p:origin x="1440" y="62"/>
      </p:cViewPr>
      <p:guideLst>
        <p:guide orient="horz" pos="912"/>
        <p:guide pos="76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peter Jonathan" userId="cd218e847753ee0b" providerId="LiveId" clId="{E265E5F1-6FA0-4A49-A91B-C74A6338A149}"/>
    <pc:docChg chg="modSld">
      <pc:chgData name="Jospeter Jonathan" userId="cd218e847753ee0b" providerId="LiveId" clId="{E265E5F1-6FA0-4A49-A91B-C74A6338A149}" dt="2026-01-12T10:46:13.993" v="8" actId="478"/>
      <pc:docMkLst>
        <pc:docMk/>
      </pc:docMkLst>
      <pc:sldChg chg="delSp modSp mod">
        <pc:chgData name="Jospeter Jonathan" userId="cd218e847753ee0b" providerId="LiveId" clId="{E265E5F1-6FA0-4A49-A91B-C74A6338A149}" dt="2026-01-12T10:46:13.993" v="8" actId="478"/>
        <pc:sldMkLst>
          <pc:docMk/>
          <pc:sldMk cId="0" sldId="258"/>
        </pc:sldMkLst>
        <pc:spChg chg="mod">
          <ac:chgData name="Jospeter Jonathan" userId="cd218e847753ee0b" providerId="LiveId" clId="{E265E5F1-6FA0-4A49-A91B-C74A6338A149}" dt="2026-01-12T10:46:10.220" v="7"/>
          <ac:spMkLst>
            <pc:docMk/>
            <pc:sldMk cId="0" sldId="258"/>
            <ac:spMk id="3074" creationId="{00000000-0000-0000-0000-000000000000}"/>
          </ac:spMkLst>
        </pc:spChg>
        <pc:spChg chg="del mod">
          <ac:chgData name="Jospeter Jonathan" userId="cd218e847753ee0b" providerId="LiveId" clId="{E265E5F1-6FA0-4A49-A91B-C74A6338A149}" dt="2026-01-12T10:46:13.993" v="8" actId="478"/>
          <ac:spMkLst>
            <pc:docMk/>
            <pc:sldMk cId="0" sldId="258"/>
            <ac:spMk id="307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27648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8294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48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648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27648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CE04F023-4843-4AB1-AAF2-086934BD55AA}"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mn-ea"/>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mn-ea"/>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8763000" cy="5943600"/>
            <a:chOff x="0" y="0"/>
            <a:chExt cx="5520" cy="3744"/>
          </a:xfrm>
        </p:grpSpPr>
        <p:sp>
          <p:nvSpPr>
            <p:cNvPr id="5" name="Rectangle 3"/>
            <p:cNvSpPr>
              <a:spLocks noChangeArrowheads="1"/>
            </p:cNvSpPr>
            <p:nvPr/>
          </p:nvSpPr>
          <p:spPr bwMode="auto">
            <a:xfrm>
              <a:off x="0" y="0"/>
              <a:ext cx="1104" cy="3072"/>
            </a:xfrm>
            <a:prstGeom prst="rect">
              <a:avLst/>
            </a:prstGeom>
            <a:solidFill>
              <a:schemeClr val="accent1"/>
            </a:solidFill>
            <a:ln w="9525">
              <a:noFill/>
              <a:miter lim="800000"/>
              <a:headEnd/>
              <a:tailEnd/>
            </a:ln>
            <a:effectLst/>
          </p:spPr>
          <p:txBody>
            <a:bodyPr wrap="none" anchor="ctr"/>
            <a:lstStyle/>
            <a:p>
              <a:pPr algn="ctr">
                <a:defRPr/>
              </a:pPr>
              <a:endParaRPr lang="en-US" sz="2400" dirty="0">
                <a:latin typeface="Times New Roman" pitchFamily="18" charset="0"/>
              </a:endParaRPr>
            </a:p>
          </p:txBody>
        </p:sp>
        <p:grpSp>
          <p:nvGrpSpPr>
            <p:cNvPr id="6" name="Group 4"/>
            <p:cNvGrpSpPr>
              <a:grpSpLocks/>
            </p:cNvGrpSpPr>
            <p:nvPr userDrawn="1"/>
          </p:nvGrpSpPr>
          <p:grpSpPr bwMode="auto">
            <a:xfrm>
              <a:off x="0" y="2208"/>
              <a:ext cx="5520" cy="1536"/>
              <a:chOff x="0" y="2208"/>
              <a:chExt cx="5520" cy="1536"/>
            </a:xfrm>
          </p:grpSpPr>
          <p:sp>
            <p:nvSpPr>
              <p:cNvPr id="10" name="Rectangle 5"/>
              <p:cNvSpPr>
                <a:spLocks noChangeArrowheads="1"/>
              </p:cNvSpPr>
              <p:nvPr/>
            </p:nvSpPr>
            <p:spPr bwMode="ltGray">
              <a:xfrm>
                <a:off x="624" y="2208"/>
                <a:ext cx="4896" cy="1536"/>
              </a:xfrm>
              <a:prstGeom prst="rect">
                <a:avLst/>
              </a:prstGeom>
              <a:solidFill>
                <a:schemeClr val="bg2"/>
              </a:solidFill>
              <a:ln w="9525">
                <a:noFill/>
                <a:miter lim="800000"/>
                <a:headEnd/>
                <a:tailEnd/>
              </a:ln>
              <a:effectLst/>
            </p:spPr>
            <p:txBody>
              <a:bodyPr wrap="none" anchor="ctr"/>
              <a:lstStyle/>
              <a:p>
                <a:pPr algn="ctr">
                  <a:defRPr/>
                </a:pPr>
                <a:endParaRPr lang="en-US" sz="2400" dirty="0">
                  <a:latin typeface="Times New Roman" pitchFamily="18" charset="0"/>
                </a:endParaRPr>
              </a:p>
            </p:txBody>
          </p:sp>
          <p:sp>
            <p:nvSpPr>
              <p:cNvPr id="11" name="Rectangle 6"/>
              <p:cNvSpPr>
                <a:spLocks noChangeArrowheads="1"/>
              </p:cNvSpPr>
              <p:nvPr/>
            </p:nvSpPr>
            <p:spPr bwMode="white">
              <a:xfrm>
                <a:off x="654" y="2352"/>
                <a:ext cx="4818" cy="1347"/>
              </a:xfrm>
              <a:prstGeom prst="rect">
                <a:avLst/>
              </a:prstGeom>
              <a:solidFill>
                <a:schemeClr val="bg1"/>
              </a:solidFill>
              <a:ln w="9525">
                <a:noFill/>
                <a:miter lim="800000"/>
                <a:headEnd/>
                <a:tailEnd/>
              </a:ln>
              <a:effectLst/>
            </p:spPr>
            <p:txBody>
              <a:bodyPr wrap="none" anchor="ctr"/>
              <a:lstStyle/>
              <a:p>
                <a:pPr algn="ctr">
                  <a:defRPr/>
                </a:pPr>
                <a:endParaRPr lang="en-US" sz="2400" dirty="0">
                  <a:latin typeface="Times New Roman" pitchFamily="18" charset="0"/>
                </a:endParaRPr>
              </a:p>
            </p:txBody>
          </p:sp>
          <p:sp>
            <p:nvSpPr>
              <p:cNvPr id="12" name="Line 7"/>
              <p:cNvSpPr>
                <a:spLocks noChangeShapeType="1"/>
              </p:cNvSpPr>
              <p:nvPr/>
            </p:nvSpPr>
            <p:spPr bwMode="auto">
              <a:xfrm>
                <a:off x="0" y="3072"/>
                <a:ext cx="624" cy="0"/>
              </a:xfrm>
              <a:prstGeom prst="line">
                <a:avLst/>
              </a:prstGeom>
              <a:noFill/>
              <a:ln w="50800">
                <a:solidFill>
                  <a:schemeClr val="bg2"/>
                </a:solidFill>
                <a:round/>
                <a:headEnd/>
                <a:tailEnd/>
              </a:ln>
              <a:effectLst/>
            </p:spPr>
            <p:txBody>
              <a:bodyPr/>
              <a:lstStyle/>
              <a:p>
                <a:pPr>
                  <a:defRPr/>
                </a:pPr>
                <a:endParaRPr lang="en-US" dirty="0">
                  <a:latin typeface="Arial" charset="0"/>
                </a:endParaRPr>
              </a:p>
            </p:txBody>
          </p:sp>
        </p:grpSp>
        <p:grpSp>
          <p:nvGrpSpPr>
            <p:cNvPr id="7" name="Group 8"/>
            <p:cNvGrpSpPr>
              <a:grpSpLocks/>
            </p:cNvGrpSpPr>
            <p:nvPr userDrawn="1"/>
          </p:nvGrpSpPr>
          <p:grpSpPr bwMode="auto">
            <a:xfrm>
              <a:off x="400" y="336"/>
              <a:ext cx="5088" cy="192"/>
              <a:chOff x="400" y="336"/>
              <a:chExt cx="5088" cy="192"/>
            </a:xfrm>
          </p:grpSpPr>
          <p:sp>
            <p:nvSpPr>
              <p:cNvPr id="8" name="Rectangle 9"/>
              <p:cNvSpPr>
                <a:spLocks noChangeArrowheads="1"/>
              </p:cNvSpPr>
              <p:nvPr/>
            </p:nvSpPr>
            <p:spPr bwMode="auto">
              <a:xfrm>
                <a:off x="3952" y="336"/>
                <a:ext cx="1536" cy="192"/>
              </a:xfrm>
              <a:prstGeom prst="rect">
                <a:avLst/>
              </a:prstGeom>
              <a:solidFill>
                <a:schemeClr val="folHlink"/>
              </a:solidFill>
              <a:ln w="9525">
                <a:noFill/>
                <a:miter lim="800000"/>
                <a:headEnd/>
                <a:tailEnd/>
              </a:ln>
              <a:effectLst/>
            </p:spPr>
            <p:txBody>
              <a:bodyPr wrap="none" anchor="ctr"/>
              <a:lstStyle/>
              <a:p>
                <a:pPr algn="ctr">
                  <a:defRPr/>
                </a:pPr>
                <a:endParaRPr lang="en-US" sz="2400" dirty="0">
                  <a:latin typeface="Times New Roman" pitchFamily="18" charset="0"/>
                </a:endParaRPr>
              </a:p>
            </p:txBody>
          </p:sp>
          <p:sp>
            <p:nvSpPr>
              <p:cNvPr id="9" name="Line 10"/>
              <p:cNvSpPr>
                <a:spLocks noChangeShapeType="1"/>
              </p:cNvSpPr>
              <p:nvPr/>
            </p:nvSpPr>
            <p:spPr bwMode="auto">
              <a:xfrm>
                <a:off x="400" y="432"/>
                <a:ext cx="5088" cy="0"/>
              </a:xfrm>
              <a:prstGeom prst="line">
                <a:avLst/>
              </a:prstGeom>
              <a:noFill/>
              <a:ln w="44450">
                <a:solidFill>
                  <a:schemeClr val="bg2"/>
                </a:solidFill>
                <a:round/>
                <a:headEnd/>
                <a:tailEnd/>
              </a:ln>
              <a:effectLst/>
            </p:spPr>
            <p:txBody>
              <a:bodyPr/>
              <a:lstStyle/>
              <a:p>
                <a:pPr>
                  <a:defRPr/>
                </a:pPr>
                <a:endParaRPr lang="en-US" dirty="0">
                  <a:latin typeface="Arial" charset="0"/>
                </a:endParaRPr>
              </a:p>
            </p:txBody>
          </p:sp>
        </p:grpSp>
      </p:grpSp>
      <p:sp>
        <p:nvSpPr>
          <p:cNvPr id="274443" name="Rectangle 11"/>
          <p:cNvSpPr>
            <a:spLocks noGrp="1" noChangeArrowheads="1"/>
          </p:cNvSpPr>
          <p:nvPr>
            <p:ph type="ctrTitle"/>
          </p:nvPr>
        </p:nvSpPr>
        <p:spPr>
          <a:xfrm>
            <a:off x="2057400" y="1143000"/>
            <a:ext cx="6629400" cy="2209800"/>
          </a:xfrm>
        </p:spPr>
        <p:txBody>
          <a:bodyPr/>
          <a:lstStyle>
            <a:lvl1pPr>
              <a:defRPr sz="4800"/>
            </a:lvl1pPr>
          </a:lstStyle>
          <a:p>
            <a:r>
              <a:rPr lang="en-US"/>
              <a:t>Click to edit Master title style</a:t>
            </a:r>
          </a:p>
        </p:txBody>
      </p:sp>
      <p:sp>
        <p:nvSpPr>
          <p:cNvPr id="274444" name="Rectangle 12"/>
          <p:cNvSpPr>
            <a:spLocks noGrp="1" noChangeArrowheads="1"/>
          </p:cNvSpPr>
          <p:nvPr>
            <p:ph type="subTitle" idx="1"/>
          </p:nvPr>
        </p:nvSpPr>
        <p:spPr>
          <a:xfrm>
            <a:off x="1371600" y="3962400"/>
            <a:ext cx="6858000" cy="1600200"/>
          </a:xfrm>
        </p:spPr>
        <p:txBody>
          <a:bodyPr anchor="ctr"/>
          <a:lstStyle>
            <a:lvl1pPr marL="0" indent="0" algn="ctr">
              <a:buFontTx/>
              <a:buNone/>
              <a:defRPr/>
            </a:lvl1pPr>
          </a:lstStyle>
          <a:p>
            <a:r>
              <a:rPr lang="en-US"/>
              <a:t>Click to edit Master subtitle style</a:t>
            </a:r>
          </a:p>
        </p:txBody>
      </p:sp>
      <p:sp>
        <p:nvSpPr>
          <p:cNvPr id="13" name="Rectangle 13"/>
          <p:cNvSpPr>
            <a:spLocks noGrp="1" noChangeArrowheads="1"/>
          </p:cNvSpPr>
          <p:nvPr>
            <p:ph type="dt" sz="half" idx="10"/>
          </p:nvPr>
        </p:nvSpPr>
        <p:spPr>
          <a:xfrm>
            <a:off x="912813" y="6251575"/>
            <a:ext cx="1905000" cy="457200"/>
          </a:xfrm>
        </p:spPr>
        <p:txBody>
          <a:bodyPr/>
          <a:lstStyle>
            <a:lvl1pPr>
              <a:defRPr/>
            </a:lvl1pPr>
          </a:lstStyle>
          <a:p>
            <a:pPr>
              <a:defRPr/>
            </a:pPr>
            <a:endParaRPr lang="en-US"/>
          </a:p>
        </p:txBody>
      </p:sp>
      <p:sp>
        <p:nvSpPr>
          <p:cNvPr id="14" name="Rectangle 14"/>
          <p:cNvSpPr>
            <a:spLocks noGrp="1" noChangeArrowheads="1"/>
          </p:cNvSpPr>
          <p:nvPr>
            <p:ph type="ftr" sz="quarter" idx="11"/>
          </p:nvPr>
        </p:nvSpPr>
        <p:spPr>
          <a:xfrm>
            <a:off x="3354388" y="6248400"/>
            <a:ext cx="2895600" cy="457200"/>
          </a:xfrm>
        </p:spPr>
        <p:txBody>
          <a:bodyPr/>
          <a:lstStyle>
            <a:lvl1pPr>
              <a:defRPr/>
            </a:lvl1pPr>
          </a:lstStyle>
          <a:p>
            <a:pPr>
              <a:defRPr/>
            </a:pPr>
            <a:endParaRPr lang="en-US"/>
          </a:p>
        </p:txBody>
      </p:sp>
      <p:sp>
        <p:nvSpPr>
          <p:cNvPr id="15" name="Rectangle 15"/>
          <p:cNvSpPr>
            <a:spLocks noGrp="1" noChangeArrowheads="1"/>
          </p:cNvSpPr>
          <p:nvPr>
            <p:ph type="sldNum" sz="quarter" idx="12"/>
          </p:nvPr>
        </p:nvSpPr>
        <p:spPr>
          <a:xfrm>
            <a:off x="6781800" y="6248400"/>
            <a:ext cx="1905000" cy="457200"/>
          </a:xfrm>
        </p:spPr>
        <p:txBody>
          <a:bodyPr/>
          <a:lstStyle>
            <a:lvl1pPr>
              <a:defRPr/>
            </a:lvl1pPr>
          </a:lstStyle>
          <a:p>
            <a:fld id="{F6F2612F-42C6-4C92-BAF5-4A425B4753C6}" type="slidenum">
              <a:rPr lang="en-US" altLang="en-US"/>
              <a:pPr/>
              <a:t>‹#›</a:t>
            </a:fld>
            <a:endParaRPr lang="en-US" altLang="en-US"/>
          </a:p>
        </p:txBody>
      </p:sp>
    </p:spTree>
    <p:extLst>
      <p:ext uri="{BB962C8B-B14F-4D97-AF65-F5344CB8AC3E}">
        <p14:creationId xmlns:p14="http://schemas.microsoft.com/office/powerpoint/2010/main" val="3943677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286FB263-875E-447D-A1B1-0DBB0EE9BD0B}" type="slidenum">
              <a:rPr lang="en-US" altLang="en-US"/>
              <a:pPr/>
              <a:t>‹#›</a:t>
            </a:fld>
            <a:endParaRPr lang="en-US" altLang="en-US"/>
          </a:p>
        </p:txBody>
      </p:sp>
    </p:spTree>
    <p:extLst>
      <p:ext uri="{BB962C8B-B14F-4D97-AF65-F5344CB8AC3E}">
        <p14:creationId xmlns:p14="http://schemas.microsoft.com/office/powerpoint/2010/main" val="2773315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C666AA0D-54CB-417F-9FB7-C22234228B52}" type="slidenum">
              <a:rPr lang="en-US" altLang="en-US"/>
              <a:pPr/>
              <a:t>‹#›</a:t>
            </a:fld>
            <a:endParaRPr lang="en-US" altLang="en-US"/>
          </a:p>
        </p:txBody>
      </p:sp>
    </p:spTree>
    <p:extLst>
      <p:ext uri="{BB962C8B-B14F-4D97-AF65-F5344CB8AC3E}">
        <p14:creationId xmlns:p14="http://schemas.microsoft.com/office/powerpoint/2010/main" val="27748042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828800"/>
            <a:ext cx="38100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876800" y="1828800"/>
            <a:ext cx="3810000" cy="4302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fld id="{BA926D1D-B432-4766-A732-F5C070F6CA0E}" type="slidenum">
              <a:rPr lang="en-US" altLang="en-US"/>
              <a:pPr/>
              <a:t>‹#›</a:t>
            </a:fld>
            <a:endParaRPr lang="en-US" altLang="en-US"/>
          </a:p>
        </p:txBody>
      </p:sp>
    </p:spTree>
    <p:extLst>
      <p:ext uri="{BB962C8B-B14F-4D97-AF65-F5344CB8AC3E}">
        <p14:creationId xmlns:p14="http://schemas.microsoft.com/office/powerpoint/2010/main" val="3389253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dt" sz="half" idx="10"/>
          </p:nvPr>
        </p:nvSpPr>
        <p:spPr>
          <a:ln/>
        </p:spPr>
        <p:txBody>
          <a:bodyPr/>
          <a:lstStyle>
            <a:lvl1pPr>
              <a:defRPr/>
            </a:lvl1pPr>
          </a:lstStyle>
          <a:p>
            <a:pPr>
              <a:defRPr/>
            </a:pPr>
            <a:endParaRPr lang="en-US"/>
          </a:p>
        </p:txBody>
      </p:sp>
      <p:sp>
        <p:nvSpPr>
          <p:cNvPr id="8" name="Rectangle 10"/>
          <p:cNvSpPr>
            <a:spLocks noGrp="1" noChangeArrowheads="1"/>
          </p:cNvSpPr>
          <p:nvPr>
            <p:ph type="ftr" sz="quarter" idx="11"/>
          </p:nvPr>
        </p:nvSpPr>
        <p:spPr>
          <a:ln/>
        </p:spPr>
        <p:txBody>
          <a:bodyPr/>
          <a:lstStyle>
            <a:lvl1pPr>
              <a:defRPr/>
            </a:lvl1pPr>
          </a:lstStyle>
          <a:p>
            <a:pPr>
              <a:defRPr/>
            </a:pPr>
            <a:endParaRPr lang="en-US"/>
          </a:p>
        </p:txBody>
      </p:sp>
      <p:sp>
        <p:nvSpPr>
          <p:cNvPr id="9" name="Rectangle 11"/>
          <p:cNvSpPr>
            <a:spLocks noGrp="1" noChangeArrowheads="1"/>
          </p:cNvSpPr>
          <p:nvPr>
            <p:ph type="sldNum" sz="quarter" idx="12"/>
          </p:nvPr>
        </p:nvSpPr>
        <p:spPr>
          <a:ln/>
        </p:spPr>
        <p:txBody>
          <a:bodyPr/>
          <a:lstStyle>
            <a:lvl1pPr>
              <a:defRPr/>
            </a:lvl1pPr>
          </a:lstStyle>
          <a:p>
            <a:fld id="{93676152-B8C1-47CA-9A91-20962CC51C79}" type="slidenum">
              <a:rPr lang="en-US" altLang="en-US"/>
              <a:pPr/>
              <a:t>‹#›</a:t>
            </a:fld>
            <a:endParaRPr lang="en-US" altLang="en-US"/>
          </a:p>
        </p:txBody>
      </p:sp>
    </p:spTree>
    <p:extLst>
      <p:ext uri="{BB962C8B-B14F-4D97-AF65-F5344CB8AC3E}">
        <p14:creationId xmlns:p14="http://schemas.microsoft.com/office/powerpoint/2010/main" val="1099667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dt" sz="half" idx="10"/>
          </p:nvPr>
        </p:nvSpPr>
        <p:spPr>
          <a:ln/>
        </p:spPr>
        <p:txBody>
          <a:bodyPr/>
          <a:lstStyle>
            <a:lvl1pPr>
              <a:defRPr/>
            </a:lvl1pPr>
          </a:lstStyle>
          <a:p>
            <a:pPr>
              <a:defRPr/>
            </a:pPr>
            <a:endParaRPr lang="en-US"/>
          </a:p>
        </p:txBody>
      </p:sp>
      <p:sp>
        <p:nvSpPr>
          <p:cNvPr id="4" name="Rectangle 10"/>
          <p:cNvSpPr>
            <a:spLocks noGrp="1" noChangeArrowheads="1"/>
          </p:cNvSpPr>
          <p:nvPr>
            <p:ph type="ftr" sz="quarter" idx="11"/>
          </p:nvPr>
        </p:nvSpPr>
        <p:spPr>
          <a:ln/>
        </p:spPr>
        <p:txBody>
          <a:bodyPr/>
          <a:lstStyle>
            <a:lvl1pPr>
              <a:defRPr/>
            </a:lvl1pPr>
          </a:lstStyle>
          <a:p>
            <a:pPr>
              <a:defRPr/>
            </a:pPr>
            <a:endParaRPr lang="en-US"/>
          </a:p>
        </p:txBody>
      </p:sp>
      <p:sp>
        <p:nvSpPr>
          <p:cNvPr id="5" name="Rectangle 11"/>
          <p:cNvSpPr>
            <a:spLocks noGrp="1" noChangeArrowheads="1"/>
          </p:cNvSpPr>
          <p:nvPr>
            <p:ph type="sldNum" sz="quarter" idx="12"/>
          </p:nvPr>
        </p:nvSpPr>
        <p:spPr>
          <a:ln/>
        </p:spPr>
        <p:txBody>
          <a:bodyPr/>
          <a:lstStyle>
            <a:lvl1pPr>
              <a:defRPr/>
            </a:lvl1pPr>
          </a:lstStyle>
          <a:p>
            <a:fld id="{27885F38-E314-4675-A7A4-46130365785D}" type="slidenum">
              <a:rPr lang="en-US" altLang="en-US"/>
              <a:pPr/>
              <a:t>‹#›</a:t>
            </a:fld>
            <a:endParaRPr lang="en-US" altLang="en-US"/>
          </a:p>
        </p:txBody>
      </p:sp>
    </p:spTree>
    <p:extLst>
      <p:ext uri="{BB962C8B-B14F-4D97-AF65-F5344CB8AC3E}">
        <p14:creationId xmlns:p14="http://schemas.microsoft.com/office/powerpoint/2010/main" val="30386883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dt" sz="half" idx="10"/>
          </p:nvPr>
        </p:nvSpPr>
        <p:spPr>
          <a:ln/>
        </p:spPr>
        <p:txBody>
          <a:bodyPr/>
          <a:lstStyle>
            <a:lvl1pPr>
              <a:defRPr/>
            </a:lvl1pPr>
          </a:lstStyle>
          <a:p>
            <a:pPr>
              <a:defRPr/>
            </a:pPr>
            <a:endParaRPr lang="en-US"/>
          </a:p>
        </p:txBody>
      </p:sp>
      <p:sp>
        <p:nvSpPr>
          <p:cNvPr id="3" name="Rectangle 10"/>
          <p:cNvSpPr>
            <a:spLocks noGrp="1" noChangeArrowheads="1"/>
          </p:cNvSpPr>
          <p:nvPr>
            <p:ph type="ftr" sz="quarter" idx="11"/>
          </p:nvPr>
        </p:nvSpPr>
        <p:spPr>
          <a:ln/>
        </p:spPr>
        <p:txBody>
          <a:bodyPr/>
          <a:lstStyle>
            <a:lvl1pPr>
              <a:defRPr/>
            </a:lvl1pPr>
          </a:lstStyle>
          <a:p>
            <a:pPr>
              <a:defRPr/>
            </a:pPr>
            <a:endParaRPr lang="en-US"/>
          </a:p>
        </p:txBody>
      </p:sp>
      <p:sp>
        <p:nvSpPr>
          <p:cNvPr id="4" name="Rectangle 11"/>
          <p:cNvSpPr>
            <a:spLocks noGrp="1" noChangeArrowheads="1"/>
          </p:cNvSpPr>
          <p:nvPr>
            <p:ph type="sldNum" sz="quarter" idx="12"/>
          </p:nvPr>
        </p:nvSpPr>
        <p:spPr>
          <a:ln/>
        </p:spPr>
        <p:txBody>
          <a:bodyPr/>
          <a:lstStyle>
            <a:lvl1pPr>
              <a:defRPr/>
            </a:lvl1pPr>
          </a:lstStyle>
          <a:p>
            <a:fld id="{40479F32-3AE3-49DF-9318-B2BA99551AC7}" type="slidenum">
              <a:rPr lang="en-US" altLang="en-US"/>
              <a:pPr/>
              <a:t>‹#›</a:t>
            </a:fld>
            <a:endParaRPr lang="en-US" altLang="en-US"/>
          </a:p>
        </p:txBody>
      </p:sp>
    </p:spTree>
    <p:extLst>
      <p:ext uri="{BB962C8B-B14F-4D97-AF65-F5344CB8AC3E}">
        <p14:creationId xmlns:p14="http://schemas.microsoft.com/office/powerpoint/2010/main" val="39957102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fld id="{3B3C0C0B-4C98-49E3-A1DF-A02F990982C0}" type="slidenum">
              <a:rPr lang="en-US" altLang="en-US"/>
              <a:pPr/>
              <a:t>‹#›</a:t>
            </a:fld>
            <a:endParaRPr lang="en-US" altLang="en-US"/>
          </a:p>
        </p:txBody>
      </p:sp>
    </p:spTree>
    <p:extLst>
      <p:ext uri="{BB962C8B-B14F-4D97-AF65-F5344CB8AC3E}">
        <p14:creationId xmlns:p14="http://schemas.microsoft.com/office/powerpoint/2010/main" val="3510881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dt" sz="half" idx="10"/>
          </p:nvPr>
        </p:nvSpPr>
        <p:spPr>
          <a:ln/>
        </p:spPr>
        <p:txBody>
          <a:bodyPr/>
          <a:lstStyle>
            <a:lvl1pPr>
              <a:defRPr/>
            </a:lvl1pPr>
          </a:lstStyle>
          <a:p>
            <a:pPr>
              <a:defRPr/>
            </a:pPr>
            <a:endParaRPr lang="en-US"/>
          </a:p>
        </p:txBody>
      </p:sp>
      <p:sp>
        <p:nvSpPr>
          <p:cNvPr id="6" name="Rectangle 10"/>
          <p:cNvSpPr>
            <a:spLocks noGrp="1" noChangeArrowheads="1"/>
          </p:cNvSpPr>
          <p:nvPr>
            <p:ph type="ftr" sz="quarter" idx="11"/>
          </p:nvPr>
        </p:nvSpPr>
        <p:spPr>
          <a:ln/>
        </p:spPr>
        <p:txBody>
          <a:bodyPr/>
          <a:lstStyle>
            <a:lvl1pPr>
              <a:defRPr/>
            </a:lvl1pPr>
          </a:lstStyle>
          <a:p>
            <a:pPr>
              <a:defRPr/>
            </a:pPr>
            <a:endParaRPr lang="en-US"/>
          </a:p>
        </p:txBody>
      </p:sp>
      <p:sp>
        <p:nvSpPr>
          <p:cNvPr id="7" name="Rectangle 11"/>
          <p:cNvSpPr>
            <a:spLocks noGrp="1" noChangeArrowheads="1"/>
          </p:cNvSpPr>
          <p:nvPr>
            <p:ph type="sldNum" sz="quarter" idx="12"/>
          </p:nvPr>
        </p:nvSpPr>
        <p:spPr>
          <a:ln/>
        </p:spPr>
        <p:txBody>
          <a:bodyPr/>
          <a:lstStyle>
            <a:lvl1pPr>
              <a:defRPr/>
            </a:lvl1pPr>
          </a:lstStyle>
          <a:p>
            <a:fld id="{C49473F7-A88E-4633-9FC4-3C79CCE46EF9}" type="slidenum">
              <a:rPr lang="en-US" altLang="en-US"/>
              <a:pPr/>
              <a:t>‹#›</a:t>
            </a:fld>
            <a:endParaRPr lang="en-US" altLang="en-US"/>
          </a:p>
        </p:txBody>
      </p:sp>
    </p:spTree>
    <p:extLst>
      <p:ext uri="{BB962C8B-B14F-4D97-AF65-F5344CB8AC3E}">
        <p14:creationId xmlns:p14="http://schemas.microsoft.com/office/powerpoint/2010/main" val="30836492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EAC73051-6190-4F59-A02B-BA8184E661C8}" type="slidenum">
              <a:rPr lang="en-US" altLang="en-US"/>
              <a:pPr/>
              <a:t>‹#›</a:t>
            </a:fld>
            <a:endParaRPr lang="en-US" altLang="en-US"/>
          </a:p>
        </p:txBody>
      </p:sp>
    </p:spTree>
    <p:extLst>
      <p:ext uri="{BB962C8B-B14F-4D97-AF65-F5344CB8AC3E}">
        <p14:creationId xmlns:p14="http://schemas.microsoft.com/office/powerpoint/2010/main" val="35458976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3700" y="277813"/>
            <a:ext cx="19431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7813"/>
            <a:ext cx="5676900" cy="5853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dt" sz="half" idx="10"/>
          </p:nvPr>
        </p:nvSpPr>
        <p:spPr>
          <a:ln/>
        </p:spPr>
        <p:txBody>
          <a:bodyPr/>
          <a:lstStyle>
            <a:lvl1pPr>
              <a:defRPr/>
            </a:lvl1pPr>
          </a:lstStyle>
          <a:p>
            <a:pPr>
              <a:defRPr/>
            </a:pPr>
            <a:endParaRPr lang="en-US"/>
          </a:p>
        </p:txBody>
      </p:sp>
      <p:sp>
        <p:nvSpPr>
          <p:cNvPr id="5" name="Rectangle 10"/>
          <p:cNvSpPr>
            <a:spLocks noGrp="1" noChangeArrowheads="1"/>
          </p:cNvSpPr>
          <p:nvPr>
            <p:ph type="ftr" sz="quarter" idx="11"/>
          </p:nvPr>
        </p:nvSpPr>
        <p:spPr>
          <a:ln/>
        </p:spPr>
        <p:txBody>
          <a:bodyPr/>
          <a:lstStyle>
            <a:lvl1pPr>
              <a:defRPr/>
            </a:lvl1pPr>
          </a:lstStyle>
          <a:p>
            <a:pPr>
              <a:defRPr/>
            </a:pPr>
            <a:endParaRPr lang="en-US"/>
          </a:p>
        </p:txBody>
      </p:sp>
      <p:sp>
        <p:nvSpPr>
          <p:cNvPr id="6" name="Rectangle 11"/>
          <p:cNvSpPr>
            <a:spLocks noGrp="1" noChangeArrowheads="1"/>
          </p:cNvSpPr>
          <p:nvPr>
            <p:ph type="sldNum" sz="quarter" idx="12"/>
          </p:nvPr>
        </p:nvSpPr>
        <p:spPr>
          <a:ln/>
        </p:spPr>
        <p:txBody>
          <a:bodyPr/>
          <a:lstStyle>
            <a:lvl1pPr>
              <a:defRPr/>
            </a:lvl1pPr>
          </a:lstStyle>
          <a:p>
            <a:fld id="{7ED99E64-0402-4DB7-97C6-6E5E44187106}" type="slidenum">
              <a:rPr lang="en-US" altLang="en-US"/>
              <a:pPr/>
              <a:t>‹#›</a:t>
            </a:fld>
            <a:endParaRPr lang="en-US" altLang="en-US"/>
          </a:p>
        </p:txBody>
      </p:sp>
    </p:spTree>
    <p:extLst>
      <p:ext uri="{BB962C8B-B14F-4D97-AF65-F5344CB8AC3E}">
        <p14:creationId xmlns:p14="http://schemas.microsoft.com/office/powerpoint/2010/main" val="38838898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p:nvGrpSpPr>
        <p:grpSpPr bwMode="auto">
          <a:xfrm>
            <a:off x="0" y="0"/>
            <a:ext cx="8686800" cy="4876800"/>
            <a:chOff x="0" y="0"/>
            <a:chExt cx="5472" cy="3072"/>
          </a:xfrm>
        </p:grpSpPr>
        <p:sp>
          <p:nvSpPr>
            <p:cNvPr id="273411" name="Rectangle 3"/>
            <p:cNvSpPr>
              <a:spLocks noChangeArrowheads="1"/>
            </p:cNvSpPr>
            <p:nvPr/>
          </p:nvSpPr>
          <p:spPr bwMode="auto">
            <a:xfrm>
              <a:off x="0" y="0"/>
              <a:ext cx="384" cy="3072"/>
            </a:xfrm>
            <a:prstGeom prst="rect">
              <a:avLst/>
            </a:prstGeom>
            <a:solidFill>
              <a:schemeClr val="accent1"/>
            </a:solidFill>
            <a:ln w="9525">
              <a:noFill/>
              <a:miter lim="800000"/>
              <a:headEnd/>
              <a:tailEnd/>
            </a:ln>
            <a:effectLst/>
          </p:spPr>
          <p:txBody>
            <a:bodyPr wrap="none" anchor="ctr"/>
            <a:lstStyle/>
            <a:p>
              <a:pPr algn="ctr">
                <a:defRPr/>
              </a:pPr>
              <a:endParaRPr lang="en-US" sz="2400" dirty="0">
                <a:latin typeface="Times New Roman" pitchFamily="18" charset="0"/>
              </a:endParaRPr>
            </a:p>
          </p:txBody>
        </p:sp>
        <p:grpSp>
          <p:nvGrpSpPr>
            <p:cNvPr id="1034" name="Group 4"/>
            <p:cNvGrpSpPr>
              <a:grpSpLocks/>
            </p:cNvGrpSpPr>
            <p:nvPr/>
          </p:nvGrpSpPr>
          <p:grpSpPr bwMode="auto">
            <a:xfrm>
              <a:off x="240" y="893"/>
              <a:ext cx="5232" cy="115"/>
              <a:chOff x="240" y="893"/>
              <a:chExt cx="5232" cy="115"/>
            </a:xfrm>
          </p:grpSpPr>
          <p:sp>
            <p:nvSpPr>
              <p:cNvPr id="273413" name="Rectangle 5"/>
              <p:cNvSpPr>
                <a:spLocks noChangeArrowheads="1"/>
              </p:cNvSpPr>
              <p:nvPr/>
            </p:nvSpPr>
            <p:spPr bwMode="auto">
              <a:xfrm>
                <a:off x="4320" y="893"/>
                <a:ext cx="1152" cy="115"/>
              </a:xfrm>
              <a:prstGeom prst="rect">
                <a:avLst/>
              </a:prstGeom>
              <a:solidFill>
                <a:schemeClr val="folHlink"/>
              </a:solidFill>
              <a:ln w="9525">
                <a:noFill/>
                <a:miter lim="800000"/>
                <a:headEnd/>
                <a:tailEnd/>
              </a:ln>
              <a:effectLst/>
            </p:spPr>
            <p:txBody>
              <a:bodyPr wrap="none" anchor="ctr"/>
              <a:lstStyle/>
              <a:p>
                <a:pPr algn="ctr">
                  <a:defRPr/>
                </a:pPr>
                <a:endParaRPr lang="en-US" sz="2400" dirty="0">
                  <a:latin typeface="Times New Roman" pitchFamily="18" charset="0"/>
                </a:endParaRPr>
              </a:p>
            </p:txBody>
          </p:sp>
          <p:sp>
            <p:nvSpPr>
              <p:cNvPr id="273414" name="Line 6"/>
              <p:cNvSpPr>
                <a:spLocks noChangeShapeType="1"/>
              </p:cNvSpPr>
              <p:nvPr/>
            </p:nvSpPr>
            <p:spPr bwMode="auto">
              <a:xfrm>
                <a:off x="240" y="941"/>
                <a:ext cx="5232" cy="0"/>
              </a:xfrm>
              <a:prstGeom prst="line">
                <a:avLst/>
              </a:prstGeom>
              <a:noFill/>
              <a:ln w="19050">
                <a:solidFill>
                  <a:schemeClr val="bg2"/>
                </a:solidFill>
                <a:round/>
                <a:headEnd/>
                <a:tailEnd/>
              </a:ln>
              <a:effectLst/>
            </p:spPr>
            <p:txBody>
              <a:bodyPr/>
              <a:lstStyle/>
              <a:p>
                <a:pPr>
                  <a:defRPr/>
                </a:pPr>
                <a:endParaRPr lang="en-US" dirty="0">
                  <a:latin typeface="Arial" charset="0"/>
                </a:endParaRPr>
              </a:p>
            </p:txBody>
          </p:sp>
        </p:grpSp>
      </p:grpSp>
      <p:sp>
        <p:nvSpPr>
          <p:cNvPr id="1027" name="Rectangle 7"/>
          <p:cNvSpPr>
            <a:spLocks noGrp="1" noChangeArrowheads="1"/>
          </p:cNvSpPr>
          <p:nvPr>
            <p:ph type="title"/>
          </p:nvPr>
        </p:nvSpPr>
        <p:spPr bwMode="auto">
          <a:xfrm>
            <a:off x="914400" y="277813"/>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8"/>
          <p:cNvSpPr>
            <a:spLocks noGrp="1" noChangeArrowheads="1"/>
          </p:cNvSpPr>
          <p:nvPr>
            <p:ph type="body" idx="1"/>
          </p:nvPr>
        </p:nvSpPr>
        <p:spPr bwMode="auto">
          <a:xfrm>
            <a:off x="914400" y="1828800"/>
            <a:ext cx="7772400" cy="430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273417" name="Rectangle 9"/>
          <p:cNvSpPr>
            <a:spLocks noGrp="1" noChangeArrowheads="1"/>
          </p:cNvSpPr>
          <p:nvPr>
            <p:ph type="dt" sz="half" idx="2"/>
          </p:nvPr>
        </p:nvSpPr>
        <p:spPr bwMode="auto">
          <a:xfrm>
            <a:off x="914400" y="6251575"/>
            <a:ext cx="1981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Arial" charset="0"/>
              </a:defRPr>
            </a:lvl1pPr>
          </a:lstStyle>
          <a:p>
            <a:pPr>
              <a:defRPr/>
            </a:pPr>
            <a:endParaRPr lang="en-US"/>
          </a:p>
        </p:txBody>
      </p:sp>
      <p:sp>
        <p:nvSpPr>
          <p:cNvPr id="273418" name="Rectangle 10"/>
          <p:cNvSpPr>
            <a:spLocks noGrp="1" noChangeArrowheads="1"/>
          </p:cNvSpPr>
          <p:nvPr>
            <p:ph type="ftr" sz="quarter" idx="3"/>
          </p:nvPr>
        </p:nvSpPr>
        <p:spPr bwMode="auto">
          <a:xfrm>
            <a:off x="914400" y="6477000"/>
            <a:ext cx="54102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Arial" charset="0"/>
              </a:defRPr>
            </a:lvl1pPr>
          </a:lstStyle>
          <a:p>
            <a:pPr>
              <a:defRPr/>
            </a:pPr>
            <a:endParaRPr lang="en-US"/>
          </a:p>
        </p:txBody>
      </p:sp>
      <p:sp>
        <p:nvSpPr>
          <p:cNvPr id="273419" name="Rectangle 11"/>
          <p:cNvSpPr>
            <a:spLocks noGrp="1" noChangeArrowheads="1"/>
          </p:cNvSpPr>
          <p:nvPr>
            <p:ph type="sldNum" sz="quarter" idx="4"/>
          </p:nvPr>
        </p:nvSpPr>
        <p:spPr bwMode="auto">
          <a:xfrm>
            <a:off x="6781800" y="6477000"/>
            <a:ext cx="1905000" cy="2286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vl1pPr>
          </a:lstStyle>
          <a:p>
            <a:fld id="{B3784573-2AFC-4469-B064-E78C46717CBB}" type="slidenum">
              <a:rPr lang="en-US" altLang="en-US"/>
              <a:pPr/>
              <a:t>‹#›</a:t>
            </a:fld>
            <a:endParaRPr lang="en-US" altLang="en-US"/>
          </a:p>
        </p:txBody>
      </p:sp>
      <p:sp>
        <p:nvSpPr>
          <p:cNvPr id="273420" name="Line 12"/>
          <p:cNvSpPr>
            <a:spLocks noChangeShapeType="1"/>
          </p:cNvSpPr>
          <p:nvPr/>
        </p:nvSpPr>
        <p:spPr bwMode="auto">
          <a:xfrm>
            <a:off x="0" y="4876800"/>
            <a:ext cx="609600" cy="0"/>
          </a:xfrm>
          <a:prstGeom prst="line">
            <a:avLst/>
          </a:prstGeom>
          <a:noFill/>
          <a:ln w="44450">
            <a:solidFill>
              <a:schemeClr val="bg2"/>
            </a:solidFill>
            <a:round/>
            <a:headEnd/>
            <a:tailEnd/>
          </a:ln>
          <a:effectLst/>
        </p:spPr>
        <p:txBody>
          <a:bodyPr/>
          <a:lstStyle/>
          <a:p>
            <a:pPr>
              <a:defRPr/>
            </a:pPr>
            <a:endParaRPr lang="en-US" dirty="0">
              <a:latin typeface="Arial" charset="0"/>
            </a:endParaRPr>
          </a:p>
        </p:txBody>
      </p:sp>
    </p:spTree>
  </p:cSld>
  <p:clrMap bg1="lt1" tx1="dk1" bg2="lt2" tx2="dk2" accent1="accent1" accent2="accent2" accent3="accent3" accent4="accent4" accent5="accent5" accent6="accent6" hlink="hlink" folHlink="folHlink"/>
  <p:sldLayoutIdLst>
    <p:sldLayoutId id="2147483742"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Lst>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defRPr>
      </a:lvl2pPr>
      <a:lvl3pPr algn="l" rtl="0" eaLnBrk="0" fontAlgn="base" hangingPunct="0">
        <a:spcBef>
          <a:spcPct val="0"/>
        </a:spcBef>
        <a:spcAft>
          <a:spcPct val="0"/>
        </a:spcAft>
        <a:defRPr sz="4200">
          <a:solidFill>
            <a:schemeClr val="tx2"/>
          </a:solidFill>
          <a:latin typeface="Times New Roman" pitchFamily="18" charset="0"/>
        </a:defRPr>
      </a:lvl3pPr>
      <a:lvl4pPr algn="l" rtl="0" eaLnBrk="0" fontAlgn="base" hangingPunct="0">
        <a:spcBef>
          <a:spcPct val="0"/>
        </a:spcBef>
        <a:spcAft>
          <a:spcPct val="0"/>
        </a:spcAft>
        <a:defRPr sz="4200">
          <a:solidFill>
            <a:schemeClr val="tx2"/>
          </a:solidFill>
          <a:latin typeface="Times New Roman" pitchFamily="18" charset="0"/>
        </a:defRPr>
      </a:lvl4pPr>
      <a:lvl5pPr algn="l" rtl="0" eaLnBrk="0" fontAlgn="base" hangingPunct="0">
        <a:spcBef>
          <a:spcPct val="0"/>
        </a:spcBef>
        <a:spcAft>
          <a:spcPct val="0"/>
        </a:spcAft>
        <a:defRPr sz="4200">
          <a:solidFill>
            <a:schemeClr val="tx2"/>
          </a:solidFill>
          <a:latin typeface="Times New Roman" pitchFamily="18" charset="0"/>
        </a:defRPr>
      </a:lvl5pPr>
      <a:lvl6pPr marL="457200" algn="l" rtl="0" fontAlgn="base">
        <a:spcBef>
          <a:spcPct val="0"/>
        </a:spcBef>
        <a:spcAft>
          <a:spcPct val="0"/>
        </a:spcAft>
        <a:defRPr sz="4200">
          <a:solidFill>
            <a:schemeClr val="tx2"/>
          </a:solidFill>
          <a:latin typeface="Times New Roman" pitchFamily="18" charset="0"/>
        </a:defRPr>
      </a:lvl6pPr>
      <a:lvl7pPr marL="914400" algn="l" rtl="0" fontAlgn="base">
        <a:spcBef>
          <a:spcPct val="0"/>
        </a:spcBef>
        <a:spcAft>
          <a:spcPct val="0"/>
        </a:spcAft>
        <a:defRPr sz="4200">
          <a:solidFill>
            <a:schemeClr val="tx2"/>
          </a:solidFill>
          <a:latin typeface="Times New Roman" pitchFamily="18" charset="0"/>
        </a:defRPr>
      </a:lvl7pPr>
      <a:lvl8pPr marL="1371600" algn="l" rtl="0" fontAlgn="base">
        <a:spcBef>
          <a:spcPct val="0"/>
        </a:spcBef>
        <a:spcAft>
          <a:spcPct val="0"/>
        </a:spcAft>
        <a:defRPr sz="4200">
          <a:solidFill>
            <a:schemeClr val="tx2"/>
          </a:solidFill>
          <a:latin typeface="Times New Roman" pitchFamily="18" charset="0"/>
        </a:defRPr>
      </a:lvl8pPr>
      <a:lvl9pPr marL="1828800" algn="l" rtl="0" fontAlgn="base">
        <a:spcBef>
          <a:spcPct val="0"/>
        </a:spcBef>
        <a:spcAft>
          <a:spcPct val="0"/>
        </a:spcAft>
        <a:defRPr sz="42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lr>
          <a:srgbClr val="000066"/>
        </a:buClr>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Arial" panose="020B0604020202020204" pitchFamily="34" charset="0"/>
        <a:buChar char="−"/>
        <a:defRPr sz="2600">
          <a:solidFill>
            <a:schemeClr val="tx1"/>
          </a:solidFill>
          <a:latin typeface="+mn-lt"/>
        </a:defRPr>
      </a:lvl2pPr>
      <a:lvl3pPr marL="1143000" indent="-228600" algn="l" rtl="0" eaLnBrk="0" fontAlgn="base" hangingPunct="0">
        <a:spcBef>
          <a:spcPct val="20000"/>
        </a:spcBef>
        <a:spcAft>
          <a:spcPct val="0"/>
        </a:spcAft>
        <a:buClr>
          <a:srgbClr val="000066"/>
        </a:buClr>
        <a:buChar char="•"/>
        <a:defRPr sz="2300">
          <a:solidFill>
            <a:schemeClr val="tx1"/>
          </a:solidFill>
          <a:latin typeface="+mn-lt"/>
        </a:defRPr>
      </a:lvl3pPr>
      <a:lvl4pPr marL="1600200" indent="-228600" algn="l" rtl="0" eaLnBrk="0" fontAlgn="base" hangingPunct="0">
        <a:spcBef>
          <a:spcPct val="20000"/>
        </a:spcBef>
        <a:spcAft>
          <a:spcPct val="0"/>
        </a:spcAft>
        <a:buClr>
          <a:srgbClr val="000066"/>
        </a:buClr>
        <a:buChar char="•"/>
        <a:defRPr sz="2000">
          <a:solidFill>
            <a:schemeClr val="tx1"/>
          </a:solidFill>
          <a:latin typeface="+mn-lt"/>
        </a:defRPr>
      </a:lvl4pPr>
      <a:lvl5pPr marL="2057400" indent="-228600" algn="l" rtl="0" eaLnBrk="0" fontAlgn="base" hangingPunct="0">
        <a:spcBef>
          <a:spcPct val="20000"/>
        </a:spcBef>
        <a:spcAft>
          <a:spcPct val="0"/>
        </a:spcAft>
        <a:buClr>
          <a:srgbClr val="000066"/>
        </a:buClr>
        <a:buChar char="•"/>
        <a:defRPr sz="2000">
          <a:solidFill>
            <a:schemeClr val="tx1"/>
          </a:solidFill>
          <a:latin typeface="+mn-lt"/>
        </a:defRPr>
      </a:lvl5pPr>
      <a:lvl6pPr marL="2514600" indent="-228600" algn="l" rtl="0" fontAlgn="base">
        <a:spcBef>
          <a:spcPct val="20000"/>
        </a:spcBef>
        <a:spcAft>
          <a:spcPct val="0"/>
        </a:spcAft>
        <a:buClr>
          <a:srgbClr val="000066"/>
        </a:buClr>
        <a:buChar char="•"/>
        <a:defRPr sz="2000">
          <a:solidFill>
            <a:schemeClr val="tx1"/>
          </a:solidFill>
          <a:latin typeface="+mn-lt"/>
        </a:defRPr>
      </a:lvl6pPr>
      <a:lvl7pPr marL="2971800" indent="-228600" algn="l" rtl="0" fontAlgn="base">
        <a:spcBef>
          <a:spcPct val="20000"/>
        </a:spcBef>
        <a:spcAft>
          <a:spcPct val="0"/>
        </a:spcAft>
        <a:buClr>
          <a:srgbClr val="000066"/>
        </a:buClr>
        <a:buChar char="•"/>
        <a:defRPr sz="2000">
          <a:solidFill>
            <a:schemeClr val="tx1"/>
          </a:solidFill>
          <a:latin typeface="+mn-lt"/>
        </a:defRPr>
      </a:lvl7pPr>
      <a:lvl8pPr marL="3429000" indent="-228600" algn="l" rtl="0" fontAlgn="base">
        <a:spcBef>
          <a:spcPct val="20000"/>
        </a:spcBef>
        <a:spcAft>
          <a:spcPct val="0"/>
        </a:spcAft>
        <a:buClr>
          <a:srgbClr val="000066"/>
        </a:buClr>
        <a:buChar char="•"/>
        <a:defRPr sz="2000">
          <a:solidFill>
            <a:schemeClr val="tx1"/>
          </a:solidFill>
          <a:latin typeface="+mn-lt"/>
        </a:defRPr>
      </a:lvl8pPr>
      <a:lvl9pPr marL="3886200" indent="-228600" algn="l" rtl="0" fontAlgn="base">
        <a:spcBef>
          <a:spcPct val="20000"/>
        </a:spcBef>
        <a:spcAft>
          <a:spcPct val="0"/>
        </a:spcAft>
        <a:buClr>
          <a:srgbClr val="000066"/>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hedgethink.com/p2p-transactions-public-to-private-deals-surge-in-europe-fostered-by-a-particularly-active-uk-marke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techterms.com/definition/syntax_error"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2400" y="1143000"/>
            <a:ext cx="8763000" cy="2819400"/>
          </a:xfrm>
        </p:spPr>
        <p:txBody>
          <a:bodyPr/>
          <a:lstStyle/>
          <a:p>
            <a:pPr algn="ctr" eaLnBrk="1" hangingPunct="1"/>
            <a:r>
              <a:rPr lang="en-US" altLang="en-US" dirty="0">
                <a:solidFill>
                  <a:schemeClr val="bg2"/>
                </a:solidFill>
              </a:rPr>
              <a:t> Programming Errors</a:t>
            </a:r>
            <a:br>
              <a:rPr lang="en-US" altLang="en-US" dirty="0">
                <a:solidFill>
                  <a:schemeClr val="bg2"/>
                </a:solidFill>
              </a:rPr>
            </a:br>
            <a:endParaRPr lang="en-US" altLang="en-US" dirty="0">
              <a:solidFill>
                <a:srgbClr val="33669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DF9C02-D01D-47EB-9BC9-373BF99FACD0}" type="slidenum">
              <a:rPr lang="en-US" altLang="en-US"/>
              <a:pPr eaLnBrk="1" hangingPunct="1"/>
              <a:t>2</a:t>
            </a:fld>
            <a:endParaRPr lang="en-US" altLang="en-US"/>
          </a:p>
        </p:txBody>
      </p:sp>
      <p:sp>
        <p:nvSpPr>
          <p:cNvPr id="4100" name="Rectangle 2"/>
          <p:cNvSpPr>
            <a:spLocks noGrp="1" noChangeArrowheads="1"/>
          </p:cNvSpPr>
          <p:nvPr>
            <p:ph type="title"/>
          </p:nvPr>
        </p:nvSpPr>
        <p:spPr/>
        <p:txBody>
          <a:bodyPr/>
          <a:lstStyle/>
          <a:p>
            <a:pPr eaLnBrk="1" hangingPunct="1"/>
            <a:r>
              <a:rPr lang="en-US" altLang="en-US" dirty="0"/>
              <a:t>Objectives</a:t>
            </a:r>
          </a:p>
        </p:txBody>
      </p:sp>
      <p:sp>
        <p:nvSpPr>
          <p:cNvPr id="4101" name="Rectangle 3"/>
          <p:cNvSpPr>
            <a:spLocks noGrp="1" noChangeArrowheads="1"/>
          </p:cNvSpPr>
          <p:nvPr>
            <p:ph type="body" idx="1"/>
          </p:nvPr>
        </p:nvSpPr>
        <p:spPr>
          <a:xfrm>
            <a:off x="685800" y="1600200"/>
            <a:ext cx="8153400" cy="4724400"/>
          </a:xfrm>
        </p:spPr>
        <p:txBody>
          <a:bodyPr/>
          <a:lstStyle/>
          <a:p>
            <a:pPr eaLnBrk="1" hangingPunct="1">
              <a:buFontTx/>
              <a:buNone/>
            </a:pPr>
            <a:r>
              <a:rPr lang="en-US" altLang="en-US" dirty="0"/>
              <a:t>In this Lecture, you will:</a:t>
            </a:r>
          </a:p>
          <a:p>
            <a:pPr eaLnBrk="1" hangingPunct="1"/>
            <a:r>
              <a:rPr lang="en-US" altLang="en-US" dirty="0"/>
              <a:t>Learn about programming errors</a:t>
            </a:r>
          </a:p>
          <a:p>
            <a:pPr eaLnBrk="1" hangingPunct="1"/>
            <a:r>
              <a:rPr lang="en-US" altLang="en-US" dirty="0"/>
              <a:t>Types of errors</a:t>
            </a:r>
          </a:p>
          <a:p>
            <a:pPr eaLnBrk="1" hangingPunct="1"/>
            <a:r>
              <a:rPr lang="en-US" altLang="en-US" dirty="0"/>
              <a:t>Semantic, Logical and Syntax Errors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D11CB7-2C4E-4865-824B-C754E9DAD16B}" type="slidenum">
              <a:rPr lang="en-US" altLang="en-US"/>
              <a:pPr eaLnBrk="1" hangingPunct="1"/>
              <a:t>3</a:t>
            </a:fld>
            <a:endParaRPr lang="en-US" altLang="en-US"/>
          </a:p>
        </p:txBody>
      </p:sp>
      <p:sp>
        <p:nvSpPr>
          <p:cNvPr id="5124" name="Rectangle 2"/>
          <p:cNvSpPr>
            <a:spLocks noGrp="1" noChangeArrowheads="1"/>
          </p:cNvSpPr>
          <p:nvPr>
            <p:ph type="title"/>
          </p:nvPr>
        </p:nvSpPr>
        <p:spPr/>
        <p:txBody>
          <a:bodyPr/>
          <a:lstStyle/>
          <a:p>
            <a:pPr eaLnBrk="1" hangingPunct="1"/>
            <a:r>
              <a:rPr lang="en-US" altLang="en-US" dirty="0"/>
              <a:t>Introduction</a:t>
            </a:r>
          </a:p>
        </p:txBody>
      </p:sp>
      <p:sp>
        <p:nvSpPr>
          <p:cNvPr id="5125" name="Rectangle 3"/>
          <p:cNvSpPr>
            <a:spLocks noGrp="1" noChangeArrowheads="1"/>
          </p:cNvSpPr>
          <p:nvPr>
            <p:ph type="body" idx="1"/>
          </p:nvPr>
        </p:nvSpPr>
        <p:spPr/>
        <p:txBody>
          <a:bodyPr/>
          <a:lstStyle/>
          <a:p>
            <a:pPr algn="just"/>
            <a:r>
              <a:rPr lang="en-US" sz="3200" dirty="0"/>
              <a:t>Anyone involved in computer programming, even (perhaps especially) beginners are going to encounter errors and bugs of various types that force them to hunt down that culprit bit of code and make the necessary </a:t>
            </a:r>
            <a:r>
              <a:rPr lang="en-US" sz="3200" dirty="0">
                <a:hlinkClick r:id="rId2"/>
              </a:rPr>
              <a:t>adjustments</a:t>
            </a:r>
            <a:r>
              <a:rPr lang="en-US" sz="32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Introduction….</a:t>
            </a:r>
            <a:endParaRPr lang="en-US" dirty="0"/>
          </a:p>
        </p:txBody>
      </p:sp>
      <p:sp>
        <p:nvSpPr>
          <p:cNvPr id="3" name="Content Placeholder 2"/>
          <p:cNvSpPr>
            <a:spLocks noGrp="1"/>
          </p:cNvSpPr>
          <p:nvPr>
            <p:ph idx="1"/>
          </p:nvPr>
        </p:nvSpPr>
        <p:spPr/>
        <p:txBody>
          <a:bodyPr/>
          <a:lstStyle/>
          <a:p>
            <a:pPr algn="just"/>
            <a:r>
              <a:rPr lang="en-US" sz="3200" dirty="0"/>
              <a:t>It can be confusing and stressful when an unexplained error crops up and stops you in your tracks.</a:t>
            </a:r>
          </a:p>
          <a:p>
            <a:pPr algn="just"/>
            <a:r>
              <a:rPr lang="en-US" sz="3200" dirty="0"/>
              <a:t> But being aware of the basic types of errors that can occur will at least give you a “fighting chance.”</a:t>
            </a:r>
          </a:p>
          <a:p>
            <a:endParaRPr lang="en-US" dirty="0"/>
          </a:p>
        </p:txBody>
      </p:sp>
      <p:sp>
        <p:nvSpPr>
          <p:cNvPr id="4" name="Slide Number Placeholder 3"/>
          <p:cNvSpPr>
            <a:spLocks noGrp="1"/>
          </p:cNvSpPr>
          <p:nvPr>
            <p:ph type="sldNum" sz="quarter" idx="12"/>
          </p:nvPr>
        </p:nvSpPr>
        <p:spPr/>
        <p:txBody>
          <a:bodyPr/>
          <a:lstStyle/>
          <a:p>
            <a:fld id="{286FB263-875E-447D-A1B1-0DBB0EE9BD0B}" type="slidenum">
              <a:rPr lang="en-US" altLang="en-US" smtClean="0"/>
              <a:pPr/>
              <a:t>4</a:t>
            </a:fld>
            <a:endParaRPr lang="en-US" altLang="en-US"/>
          </a:p>
        </p:txBody>
      </p:sp>
    </p:spTree>
    <p:extLst>
      <p:ext uri="{BB962C8B-B14F-4D97-AF65-F5344CB8AC3E}">
        <p14:creationId xmlns:p14="http://schemas.microsoft.com/office/powerpoint/2010/main" val="10175712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programing errors</a:t>
            </a:r>
          </a:p>
        </p:txBody>
      </p:sp>
      <p:sp>
        <p:nvSpPr>
          <p:cNvPr id="3" name="Content Placeholder 2"/>
          <p:cNvSpPr>
            <a:spLocks noGrp="1"/>
          </p:cNvSpPr>
          <p:nvPr>
            <p:ph idx="1"/>
          </p:nvPr>
        </p:nvSpPr>
        <p:spPr/>
        <p:txBody>
          <a:bodyPr/>
          <a:lstStyle/>
          <a:p>
            <a:pPr algn="just">
              <a:buFont typeface="Wingdings" panose="05000000000000000000" pitchFamily="2" charset="2"/>
              <a:buChar char="v"/>
            </a:pPr>
            <a:r>
              <a:rPr lang="en-US" sz="3200" dirty="0"/>
              <a:t>We will divide our errors into three classes: logical, syntax, and semantic.</a:t>
            </a:r>
          </a:p>
          <a:p>
            <a:pPr algn="just">
              <a:buFont typeface="Wingdings" panose="05000000000000000000" pitchFamily="2" charset="2"/>
              <a:buChar char="v"/>
            </a:pPr>
            <a:r>
              <a:rPr lang="en-US" sz="3200" dirty="0"/>
              <a:t> But be aware that these same classes can be either static (compile-time) or dynamic (run-time) in nature.</a:t>
            </a:r>
          </a:p>
        </p:txBody>
      </p:sp>
      <p:sp>
        <p:nvSpPr>
          <p:cNvPr id="4" name="Slide Number Placeholder 3"/>
          <p:cNvSpPr>
            <a:spLocks noGrp="1"/>
          </p:cNvSpPr>
          <p:nvPr>
            <p:ph type="sldNum" sz="quarter" idx="12"/>
          </p:nvPr>
        </p:nvSpPr>
        <p:spPr/>
        <p:txBody>
          <a:bodyPr/>
          <a:lstStyle/>
          <a:p>
            <a:fld id="{286FB263-875E-447D-A1B1-0DBB0EE9BD0B}" type="slidenum">
              <a:rPr lang="en-US" altLang="en-US" smtClean="0"/>
              <a:pPr/>
              <a:t>5</a:t>
            </a:fld>
            <a:endParaRPr lang="en-US" altLang="en-US"/>
          </a:p>
        </p:txBody>
      </p:sp>
    </p:spTree>
    <p:extLst>
      <p:ext uri="{BB962C8B-B14F-4D97-AF65-F5344CB8AC3E}">
        <p14:creationId xmlns:p14="http://schemas.microsoft.com/office/powerpoint/2010/main" val="10779107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programing errors</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sz="3200" b="1" dirty="0"/>
              <a:t>Logical Errors</a:t>
            </a:r>
          </a:p>
          <a:p>
            <a:r>
              <a:rPr lang="en-US" dirty="0"/>
              <a:t>Logical errors are the hardest of all error types to detect. </a:t>
            </a:r>
          </a:p>
          <a:p>
            <a:r>
              <a:rPr lang="en-US" dirty="0"/>
              <a:t>They do not cause the program to crash or simply not work at all, they cause it to “misbehave” in some way, rendering wrong output of some kind</a:t>
            </a:r>
          </a:p>
        </p:txBody>
      </p:sp>
      <p:sp>
        <p:nvSpPr>
          <p:cNvPr id="4" name="Slide Number Placeholder 3"/>
          <p:cNvSpPr>
            <a:spLocks noGrp="1"/>
          </p:cNvSpPr>
          <p:nvPr>
            <p:ph type="sldNum" sz="quarter" idx="12"/>
          </p:nvPr>
        </p:nvSpPr>
        <p:spPr/>
        <p:txBody>
          <a:bodyPr/>
          <a:lstStyle/>
          <a:p>
            <a:fld id="{286FB263-875E-447D-A1B1-0DBB0EE9BD0B}" type="slidenum">
              <a:rPr lang="en-US" altLang="en-US" smtClean="0"/>
              <a:pPr/>
              <a:t>6</a:t>
            </a:fld>
            <a:endParaRPr lang="en-US" altLang="en-US"/>
          </a:p>
        </p:txBody>
      </p:sp>
    </p:spTree>
    <p:extLst>
      <p:ext uri="{BB962C8B-B14F-4D97-AF65-F5344CB8AC3E}">
        <p14:creationId xmlns:p14="http://schemas.microsoft.com/office/powerpoint/2010/main" val="2326787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programing errors</a:t>
            </a:r>
          </a:p>
        </p:txBody>
      </p:sp>
      <p:sp>
        <p:nvSpPr>
          <p:cNvPr id="3" name="Content Placeholder 2"/>
          <p:cNvSpPr>
            <a:spLocks noGrp="1"/>
          </p:cNvSpPr>
          <p:nvPr>
            <p:ph idx="1"/>
          </p:nvPr>
        </p:nvSpPr>
        <p:spPr/>
        <p:txBody>
          <a:bodyPr/>
          <a:lstStyle/>
          <a:p>
            <a:r>
              <a:rPr lang="en-US" dirty="0"/>
              <a:t>Example</a:t>
            </a:r>
          </a:p>
          <a:p>
            <a:pPr marL="0" indent="0">
              <a:buNone/>
            </a:pPr>
            <a:r>
              <a:rPr lang="en-US" dirty="0"/>
              <a:t> int a = 10;</a:t>
            </a:r>
          </a:p>
          <a:p>
            <a:pPr marL="0" indent="0">
              <a:buNone/>
            </a:pPr>
            <a:r>
              <a:rPr lang="en-US" dirty="0"/>
              <a:t> int b = 20;</a:t>
            </a:r>
          </a:p>
          <a:p>
            <a:pPr marL="0" indent="0">
              <a:buNone/>
            </a:pPr>
            <a:r>
              <a:rPr lang="en-US" dirty="0"/>
              <a:t> int sum = a - b;</a:t>
            </a:r>
          </a:p>
          <a:p>
            <a:pPr marL="0" indent="0">
              <a:buNone/>
            </a:pPr>
            <a:r>
              <a:rPr lang="en-US" dirty="0"/>
              <a:t>  </a:t>
            </a:r>
          </a:p>
          <a:p>
            <a:pPr marL="0" indent="0">
              <a:buNone/>
            </a:pPr>
            <a:endParaRPr lang="en-US" dirty="0"/>
          </a:p>
          <a:p>
            <a:pPr marL="0" indent="0">
              <a:buNone/>
            </a:pPr>
            <a:r>
              <a:rPr lang="en-US" dirty="0"/>
              <a:t>I wanted to get the sum of a  and b, but I wrote the program which gives me the difference of a and b</a:t>
            </a:r>
          </a:p>
        </p:txBody>
      </p:sp>
      <p:sp>
        <p:nvSpPr>
          <p:cNvPr id="4" name="Slide Number Placeholder 3"/>
          <p:cNvSpPr>
            <a:spLocks noGrp="1"/>
          </p:cNvSpPr>
          <p:nvPr>
            <p:ph type="sldNum" sz="quarter" idx="12"/>
          </p:nvPr>
        </p:nvSpPr>
        <p:spPr/>
        <p:txBody>
          <a:bodyPr/>
          <a:lstStyle/>
          <a:p>
            <a:fld id="{286FB263-875E-447D-A1B1-0DBB0EE9BD0B}" type="slidenum">
              <a:rPr lang="en-US" altLang="en-US" smtClean="0"/>
              <a:pPr/>
              <a:t>7</a:t>
            </a:fld>
            <a:endParaRPr lang="en-US" altLang="en-US"/>
          </a:p>
        </p:txBody>
      </p:sp>
    </p:spTree>
    <p:extLst>
      <p:ext uri="{BB962C8B-B14F-4D97-AF65-F5344CB8AC3E}">
        <p14:creationId xmlns:p14="http://schemas.microsoft.com/office/powerpoint/2010/main" val="202671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programing errors</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b="1" dirty="0"/>
              <a:t>Syntax Errors</a:t>
            </a:r>
          </a:p>
          <a:p>
            <a:pPr algn="just"/>
            <a:r>
              <a:rPr lang="en-US" dirty="0">
                <a:hlinkClick r:id="rId2"/>
              </a:rPr>
              <a:t>Syntax errors </a:t>
            </a:r>
            <a:r>
              <a:rPr lang="en-US" dirty="0"/>
              <a:t>in computer programming differ from logical errors in that they don’t follow a correct sequence in the computer language.</a:t>
            </a:r>
          </a:p>
          <a:p>
            <a:pPr algn="just"/>
            <a:r>
              <a:rPr lang="en-US" dirty="0"/>
              <a:t>With compiled languages, you will run into any syntax errors at compile time, and they will have to be corrected before the program can run</a:t>
            </a:r>
          </a:p>
          <a:p>
            <a:pPr algn="just"/>
            <a:r>
              <a:rPr lang="en-US" sz="2000" dirty="0">
                <a:solidFill>
                  <a:srgbClr val="FF0000"/>
                </a:solidFill>
              </a:rPr>
              <a:t>Compiler/interpreter will give you the location of the syntax error, which makes it rather easy to find/fix</a:t>
            </a:r>
          </a:p>
          <a:p>
            <a:endParaRPr lang="en-US" b="1" dirty="0"/>
          </a:p>
          <a:p>
            <a:endParaRPr lang="en-US" dirty="0"/>
          </a:p>
        </p:txBody>
      </p:sp>
      <p:sp>
        <p:nvSpPr>
          <p:cNvPr id="4" name="Slide Number Placeholder 3"/>
          <p:cNvSpPr>
            <a:spLocks noGrp="1"/>
          </p:cNvSpPr>
          <p:nvPr>
            <p:ph type="sldNum" sz="quarter" idx="12"/>
          </p:nvPr>
        </p:nvSpPr>
        <p:spPr/>
        <p:txBody>
          <a:bodyPr/>
          <a:lstStyle/>
          <a:p>
            <a:fld id="{286FB263-875E-447D-A1B1-0DBB0EE9BD0B}" type="slidenum">
              <a:rPr lang="en-US" altLang="en-US" smtClean="0"/>
              <a:pPr/>
              <a:t>8</a:t>
            </a:fld>
            <a:endParaRPr lang="en-US" altLang="en-US"/>
          </a:p>
        </p:txBody>
      </p:sp>
    </p:spTree>
    <p:extLst>
      <p:ext uri="{BB962C8B-B14F-4D97-AF65-F5344CB8AC3E}">
        <p14:creationId xmlns:p14="http://schemas.microsoft.com/office/powerpoint/2010/main" val="3809853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programing errors</a:t>
            </a:r>
          </a:p>
        </p:txBody>
      </p:sp>
      <p:sp>
        <p:nvSpPr>
          <p:cNvPr id="3" name="Content Placeholder 2"/>
          <p:cNvSpPr>
            <a:spLocks noGrp="1"/>
          </p:cNvSpPr>
          <p:nvPr>
            <p:ph idx="1"/>
          </p:nvPr>
        </p:nvSpPr>
        <p:spPr/>
        <p:txBody>
          <a:bodyPr/>
          <a:lstStyle/>
          <a:p>
            <a:r>
              <a:rPr lang="en-US" dirty="0"/>
              <a:t>Examples of syntax errors</a:t>
            </a:r>
          </a:p>
          <a:p>
            <a:pPr marL="571500" indent="-571500">
              <a:buFont typeface="+mj-lt"/>
              <a:buAutoNum type="romanLcPeriod"/>
            </a:pPr>
            <a:r>
              <a:rPr lang="en-US" dirty="0"/>
              <a:t>     </a:t>
            </a:r>
            <a:r>
              <a:rPr lang="en-US" dirty="0">
                <a:solidFill>
                  <a:srgbClr val="333399"/>
                </a:solidFill>
              </a:rPr>
              <a:t>INT a =10;  </a:t>
            </a:r>
          </a:p>
          <a:p>
            <a:pPr marL="0" indent="0">
              <a:buNone/>
            </a:pPr>
            <a:r>
              <a:rPr lang="en-US" dirty="0">
                <a:solidFill>
                  <a:srgbClr val="333399"/>
                </a:solidFill>
              </a:rPr>
              <a:t>        </a:t>
            </a:r>
            <a:r>
              <a:rPr lang="en-US" dirty="0"/>
              <a:t>// data type should not be written in capital letter</a:t>
            </a:r>
          </a:p>
          <a:p>
            <a:pPr marL="571500" indent="-571500">
              <a:buFont typeface="+mj-lt"/>
              <a:buAutoNum type="romanLcPeriod"/>
            </a:pPr>
            <a:r>
              <a:rPr lang="en-US" dirty="0"/>
              <a:t>double p =20.90  </a:t>
            </a:r>
          </a:p>
          <a:p>
            <a:pPr marL="0" indent="0">
              <a:buNone/>
            </a:pPr>
            <a:r>
              <a:rPr lang="en-US" dirty="0"/>
              <a:t>    // statement should end with a semi colon (;)</a:t>
            </a:r>
          </a:p>
          <a:p>
            <a:pPr marL="571500" indent="-571500">
              <a:buFont typeface="+mj-lt"/>
              <a:buAutoNum type="romanLcPeriod"/>
            </a:pPr>
            <a:r>
              <a:rPr lang="en-US" dirty="0"/>
              <a:t>int z = 19.20; </a:t>
            </a:r>
          </a:p>
          <a:p>
            <a:pPr marL="0" indent="0">
              <a:buNone/>
            </a:pPr>
            <a:r>
              <a:rPr lang="en-US" dirty="0"/>
              <a:t>// float value can not be assigned to an integer variable</a:t>
            </a:r>
          </a:p>
          <a:p>
            <a:pPr marL="571500" indent="-571500">
              <a:buFont typeface="+mj-lt"/>
              <a:buAutoNum type="romanLcPeriod"/>
            </a:pPr>
            <a:endParaRPr lang="en-US" dirty="0"/>
          </a:p>
          <a:p>
            <a:pPr marL="571500" indent="-571500">
              <a:buFont typeface="+mj-lt"/>
              <a:buAutoNum type="romanLcPeriod"/>
            </a:pPr>
            <a:endParaRPr lang="en-US" dirty="0"/>
          </a:p>
          <a:p>
            <a:pPr marL="0" indent="0">
              <a:buNone/>
            </a:pPr>
            <a:endParaRPr lang="en-US" dirty="0"/>
          </a:p>
          <a:p>
            <a:pPr marL="0" indent="0">
              <a:buNone/>
            </a:pPr>
            <a:r>
              <a:rPr lang="en-US" dirty="0"/>
              <a:t>     </a:t>
            </a:r>
          </a:p>
        </p:txBody>
      </p:sp>
      <p:sp>
        <p:nvSpPr>
          <p:cNvPr id="4" name="Slide Number Placeholder 3"/>
          <p:cNvSpPr>
            <a:spLocks noGrp="1"/>
          </p:cNvSpPr>
          <p:nvPr>
            <p:ph type="sldNum" sz="quarter" idx="12"/>
          </p:nvPr>
        </p:nvSpPr>
        <p:spPr/>
        <p:txBody>
          <a:bodyPr/>
          <a:lstStyle/>
          <a:p>
            <a:fld id="{286FB263-875E-447D-A1B1-0DBB0EE9BD0B}" type="slidenum">
              <a:rPr lang="en-US" altLang="en-US" smtClean="0"/>
              <a:pPr/>
              <a:t>9</a:t>
            </a:fld>
            <a:endParaRPr lang="en-US" altLang="en-US"/>
          </a:p>
        </p:txBody>
      </p:sp>
    </p:spTree>
    <p:extLst>
      <p:ext uri="{BB962C8B-B14F-4D97-AF65-F5344CB8AC3E}">
        <p14:creationId xmlns:p14="http://schemas.microsoft.com/office/powerpoint/2010/main" val="3226643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programing errors</a:t>
            </a:r>
          </a:p>
        </p:txBody>
      </p:sp>
      <p:sp>
        <p:nvSpPr>
          <p:cNvPr id="3" name="Content Placeholder 2"/>
          <p:cNvSpPr>
            <a:spLocks noGrp="1"/>
          </p:cNvSpPr>
          <p:nvPr>
            <p:ph idx="1"/>
          </p:nvPr>
        </p:nvSpPr>
        <p:spPr/>
        <p:txBody>
          <a:bodyPr/>
          <a:lstStyle/>
          <a:p>
            <a:pPr>
              <a:buFont typeface="Wingdings" panose="05000000000000000000" pitchFamily="2" charset="2"/>
              <a:buChar char="q"/>
            </a:pPr>
            <a:r>
              <a:rPr lang="en-US" b="1" dirty="0"/>
              <a:t>Semantic Errors</a:t>
            </a:r>
          </a:p>
          <a:p>
            <a:pPr algn="just"/>
            <a:r>
              <a:rPr lang="en-US" dirty="0">
                <a:latin typeface="+mj-lt"/>
              </a:rPr>
              <a:t>Semantic errors are improper uses of “program statements.” </a:t>
            </a:r>
          </a:p>
          <a:p>
            <a:pPr algn="just"/>
            <a:r>
              <a:rPr lang="en-US" dirty="0">
                <a:latin typeface="+mj-lt"/>
              </a:rPr>
              <a:t>This kind of error occurs when it is syntactically correct but has no meaning. This is like grammatical mistakes.</a:t>
            </a:r>
          </a:p>
        </p:txBody>
      </p:sp>
      <p:sp>
        <p:nvSpPr>
          <p:cNvPr id="4" name="Slide Number Placeholder 3"/>
          <p:cNvSpPr>
            <a:spLocks noGrp="1"/>
          </p:cNvSpPr>
          <p:nvPr>
            <p:ph type="sldNum" sz="quarter" idx="12"/>
          </p:nvPr>
        </p:nvSpPr>
        <p:spPr/>
        <p:txBody>
          <a:bodyPr/>
          <a:lstStyle/>
          <a:p>
            <a:fld id="{286FB263-875E-447D-A1B1-0DBB0EE9BD0B}" type="slidenum">
              <a:rPr lang="en-US" altLang="en-US" smtClean="0"/>
              <a:pPr/>
              <a:t>10</a:t>
            </a:fld>
            <a:endParaRPr lang="en-US" altLang="en-US"/>
          </a:p>
        </p:txBody>
      </p:sp>
    </p:spTree>
    <p:extLst>
      <p:ext uri="{BB962C8B-B14F-4D97-AF65-F5344CB8AC3E}">
        <p14:creationId xmlns:p14="http://schemas.microsoft.com/office/powerpoint/2010/main" val="462579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programing errors</a:t>
            </a:r>
          </a:p>
        </p:txBody>
      </p:sp>
      <p:sp>
        <p:nvSpPr>
          <p:cNvPr id="3" name="Content Placeholder 2"/>
          <p:cNvSpPr>
            <a:spLocks noGrp="1"/>
          </p:cNvSpPr>
          <p:nvPr>
            <p:ph idx="1"/>
          </p:nvPr>
        </p:nvSpPr>
        <p:spPr/>
        <p:txBody>
          <a:bodyPr/>
          <a:lstStyle/>
          <a:p>
            <a:r>
              <a:rPr lang="en-US" dirty="0"/>
              <a:t>Example</a:t>
            </a:r>
          </a:p>
          <a:p>
            <a:r>
              <a:rPr lang="en-US" sz="2000" dirty="0"/>
              <a:t>If some expression is given at the left side of assignment operator, this may generate semantic error.</a:t>
            </a:r>
          </a:p>
          <a:p>
            <a:pPr marL="0" indent="0">
              <a:buNone/>
            </a:pPr>
            <a:r>
              <a:rPr lang="es-ES" dirty="0"/>
              <a:t>    </a:t>
            </a:r>
            <a:r>
              <a:rPr lang="es-ES" dirty="0">
                <a:solidFill>
                  <a:srgbClr val="333399"/>
                </a:solidFill>
              </a:rPr>
              <a:t>int x, y, z;</a:t>
            </a:r>
          </a:p>
          <a:p>
            <a:pPr marL="0" indent="0">
              <a:buNone/>
            </a:pPr>
            <a:r>
              <a:rPr lang="es-ES" dirty="0">
                <a:solidFill>
                  <a:srgbClr val="333399"/>
                </a:solidFill>
              </a:rPr>
              <a:t>      x = 10;</a:t>
            </a:r>
          </a:p>
          <a:p>
            <a:pPr marL="0" indent="0">
              <a:buNone/>
            </a:pPr>
            <a:r>
              <a:rPr lang="es-ES" dirty="0">
                <a:solidFill>
                  <a:srgbClr val="333399"/>
                </a:solidFill>
              </a:rPr>
              <a:t>      y = 20;</a:t>
            </a:r>
          </a:p>
          <a:p>
            <a:pPr marL="0" indent="0">
              <a:buNone/>
            </a:pPr>
            <a:r>
              <a:rPr lang="es-ES" dirty="0">
                <a:solidFill>
                  <a:srgbClr val="333399"/>
                </a:solidFill>
              </a:rPr>
              <a:t>      x + y = z;</a:t>
            </a:r>
          </a:p>
          <a:p>
            <a:pPr marL="0" indent="0">
              <a:buNone/>
            </a:pPr>
            <a:r>
              <a:rPr lang="en-US" sz="2400" dirty="0">
                <a:solidFill>
                  <a:srgbClr val="FF0000"/>
                </a:solidFill>
              </a:rPr>
              <a:t>[Error] value required as left operand of assignment</a:t>
            </a:r>
          </a:p>
        </p:txBody>
      </p:sp>
      <p:sp>
        <p:nvSpPr>
          <p:cNvPr id="4" name="Slide Number Placeholder 3"/>
          <p:cNvSpPr>
            <a:spLocks noGrp="1"/>
          </p:cNvSpPr>
          <p:nvPr>
            <p:ph type="sldNum" sz="quarter" idx="12"/>
          </p:nvPr>
        </p:nvSpPr>
        <p:spPr/>
        <p:txBody>
          <a:bodyPr/>
          <a:lstStyle/>
          <a:p>
            <a:fld id="{286FB263-875E-447D-A1B1-0DBB0EE9BD0B}" type="slidenum">
              <a:rPr lang="en-US" altLang="en-US" smtClean="0"/>
              <a:pPr/>
              <a:t>11</a:t>
            </a:fld>
            <a:endParaRPr lang="en-US" altLang="en-US"/>
          </a:p>
        </p:txBody>
      </p:sp>
    </p:spTree>
    <p:extLst>
      <p:ext uri="{BB962C8B-B14F-4D97-AF65-F5344CB8AC3E}">
        <p14:creationId xmlns:p14="http://schemas.microsoft.com/office/powerpoint/2010/main" val="417123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END</a:t>
            </a:r>
          </a:p>
        </p:txBody>
      </p:sp>
      <p:sp>
        <p:nvSpPr>
          <p:cNvPr id="3" name="Subtitle 2"/>
          <p:cNvSpPr>
            <a:spLocks noGrp="1"/>
          </p:cNvSpPr>
          <p:nvPr>
            <p:ph type="subTitle" idx="1"/>
          </p:nvPr>
        </p:nvSpPr>
        <p:spPr/>
        <p:txBody>
          <a:bodyPr/>
          <a:lstStyle/>
          <a:p>
            <a:r>
              <a:rPr lang="en-US" dirty="0"/>
              <a:t>END</a:t>
            </a:r>
          </a:p>
        </p:txBody>
      </p:sp>
    </p:spTree>
    <p:extLst>
      <p:ext uri="{BB962C8B-B14F-4D97-AF65-F5344CB8AC3E}">
        <p14:creationId xmlns:p14="http://schemas.microsoft.com/office/powerpoint/2010/main" val="3858535074"/>
      </p:ext>
    </p:extLst>
  </p:cSld>
  <p:clrMapOvr>
    <a:masterClrMapping/>
  </p:clrMapOvr>
</p:sld>
</file>

<file path=ppt/theme/theme1.xml><?xml version="1.0" encoding="utf-8"?>
<a:theme xmlns:a="http://schemas.openxmlformats.org/drawingml/2006/main" name="1_Layers">
  <a:themeElements>
    <a:clrScheme name="">
      <a:dk1>
        <a:srgbClr val="000000"/>
      </a:dk1>
      <a:lt1>
        <a:srgbClr val="FFFFFF"/>
      </a:lt1>
      <a:dk2>
        <a:srgbClr val="000066"/>
      </a:dk2>
      <a:lt2>
        <a:srgbClr val="D89F00"/>
      </a:lt2>
      <a:accent1>
        <a:srgbClr val="336699"/>
      </a:accent1>
      <a:accent2>
        <a:srgbClr val="FFCC00"/>
      </a:accent2>
      <a:accent3>
        <a:srgbClr val="FFFFFF"/>
      </a:accent3>
      <a:accent4>
        <a:srgbClr val="000000"/>
      </a:accent4>
      <a:accent5>
        <a:srgbClr val="ADB8CA"/>
      </a:accent5>
      <a:accent6>
        <a:srgbClr val="E7B900"/>
      </a:accent6>
      <a:hlink>
        <a:srgbClr val="990033"/>
      </a:hlink>
      <a:folHlink>
        <a:srgbClr val="FFD72B"/>
      </a:folHlink>
    </a:clrScheme>
    <a:fontScheme name="1_Layer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1_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1_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1_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1_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1_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1_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1_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1_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1_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
      <a:clrScheme name="1_Layers 11">
        <a:dk1>
          <a:srgbClr val="000000"/>
        </a:dk1>
        <a:lt1>
          <a:srgbClr val="FFFFA5"/>
        </a:lt1>
        <a:dk2>
          <a:srgbClr val="000000"/>
        </a:dk2>
        <a:lt2>
          <a:srgbClr val="DCA200"/>
        </a:lt2>
        <a:accent1>
          <a:srgbClr val="04477A"/>
        </a:accent1>
        <a:accent2>
          <a:srgbClr val="FF0000"/>
        </a:accent2>
        <a:accent3>
          <a:srgbClr val="FFFFCF"/>
        </a:accent3>
        <a:accent4>
          <a:srgbClr val="000000"/>
        </a:accent4>
        <a:accent5>
          <a:srgbClr val="AAB1BE"/>
        </a:accent5>
        <a:accent6>
          <a:srgbClr val="E70000"/>
        </a:accent6>
        <a:hlink>
          <a:srgbClr val="990033"/>
        </a:hlink>
        <a:folHlink>
          <a:srgbClr val="CC3300"/>
        </a:folHlink>
      </a:clrScheme>
      <a:clrMap bg1="lt1" tx1="dk1" bg2="lt2" tx2="dk2" accent1="accent1" accent2="accent2" accent3="accent3" accent4="accent4" accent5="accent5" accent6="accent6" hlink="hlink" folHlink="folHlink"/>
    </a:extraClrScheme>
    <a:extraClrScheme>
      <a:clrScheme name="1_Layers 12">
        <a:dk1>
          <a:srgbClr val="000000"/>
        </a:dk1>
        <a:lt1>
          <a:srgbClr val="FFFFA5"/>
        </a:lt1>
        <a:dk2>
          <a:srgbClr val="000066"/>
        </a:dk2>
        <a:lt2>
          <a:srgbClr val="DCA200"/>
        </a:lt2>
        <a:accent1>
          <a:srgbClr val="04477A"/>
        </a:accent1>
        <a:accent2>
          <a:srgbClr val="FF0000"/>
        </a:accent2>
        <a:accent3>
          <a:srgbClr val="FFFFCF"/>
        </a:accent3>
        <a:accent4>
          <a:srgbClr val="000000"/>
        </a:accent4>
        <a:accent5>
          <a:srgbClr val="AAB1BE"/>
        </a:accent5>
        <a:accent6>
          <a:srgbClr val="E70000"/>
        </a:accent6>
        <a:hlink>
          <a:srgbClr val="990033"/>
        </a:hlink>
        <a:folHlink>
          <a:srgbClr val="CC3300"/>
        </a:folHlink>
      </a:clrScheme>
      <a:clrMap bg1="lt1" tx1="dk1" bg2="lt2" tx2="dk2" accent1="accent1" accent2="accent2" accent3="accent3" accent4="accent4" accent5="accent5" accent6="accent6" hlink="hlink" folHlink="folHlink"/>
    </a:extraClrScheme>
    <a:extraClrScheme>
      <a:clrScheme name="1_Layers 13">
        <a:dk1>
          <a:srgbClr val="000000"/>
        </a:dk1>
        <a:lt1>
          <a:srgbClr val="FFFFC1"/>
        </a:lt1>
        <a:dk2>
          <a:srgbClr val="000066"/>
        </a:dk2>
        <a:lt2>
          <a:srgbClr val="DCA200"/>
        </a:lt2>
        <a:accent1>
          <a:srgbClr val="04477A"/>
        </a:accent1>
        <a:accent2>
          <a:srgbClr val="FF0000"/>
        </a:accent2>
        <a:accent3>
          <a:srgbClr val="FFFFDD"/>
        </a:accent3>
        <a:accent4>
          <a:srgbClr val="000000"/>
        </a:accent4>
        <a:accent5>
          <a:srgbClr val="AAB1BE"/>
        </a:accent5>
        <a:accent6>
          <a:srgbClr val="E70000"/>
        </a:accent6>
        <a:hlink>
          <a:srgbClr val="990033"/>
        </a:hlink>
        <a:folHlink>
          <a:srgbClr val="CC3300"/>
        </a:folHlink>
      </a:clrScheme>
      <a:clrMap bg1="lt1" tx1="dk1" bg2="lt2" tx2="dk2" accent1="accent1" accent2="accent2" accent3="accent3" accent4="accent4" accent5="accent5" accent6="accent6" hlink="hlink" folHlink="folHlink"/>
    </a:extraClrScheme>
    <a:extraClrScheme>
      <a:clrScheme name="1_Layers 14">
        <a:dk1>
          <a:srgbClr val="000000"/>
        </a:dk1>
        <a:lt1>
          <a:srgbClr val="FFFFCF"/>
        </a:lt1>
        <a:dk2>
          <a:srgbClr val="000066"/>
        </a:dk2>
        <a:lt2>
          <a:srgbClr val="DCA200"/>
        </a:lt2>
        <a:accent1>
          <a:srgbClr val="04477A"/>
        </a:accent1>
        <a:accent2>
          <a:srgbClr val="FF0000"/>
        </a:accent2>
        <a:accent3>
          <a:srgbClr val="FFFFE4"/>
        </a:accent3>
        <a:accent4>
          <a:srgbClr val="000000"/>
        </a:accent4>
        <a:accent5>
          <a:srgbClr val="AAB1BE"/>
        </a:accent5>
        <a:accent6>
          <a:srgbClr val="E70000"/>
        </a:accent6>
        <a:hlink>
          <a:srgbClr val="990033"/>
        </a:hlink>
        <a:folHlink>
          <a:srgbClr val="CC3300"/>
        </a:folHlink>
      </a:clrScheme>
      <a:clrMap bg1="lt1" tx1="dk1" bg2="lt2" tx2="dk2" accent1="accent1" accent2="accent2" accent3="accent3" accent4="accent4" accent5="accent5" accent6="accent6" hlink="hlink" folHlink="folHlink"/>
    </a:extraClrScheme>
    <a:extraClrScheme>
      <a:clrScheme name="1_Layers 15">
        <a:dk1>
          <a:srgbClr val="000000"/>
        </a:dk1>
        <a:lt1>
          <a:srgbClr val="FFFFCF"/>
        </a:lt1>
        <a:dk2>
          <a:srgbClr val="000066"/>
        </a:dk2>
        <a:lt2>
          <a:srgbClr val="DCA200"/>
        </a:lt2>
        <a:accent1>
          <a:srgbClr val="04477A"/>
        </a:accent1>
        <a:accent2>
          <a:srgbClr val="FF0000"/>
        </a:accent2>
        <a:accent3>
          <a:srgbClr val="FFFFE4"/>
        </a:accent3>
        <a:accent4>
          <a:srgbClr val="000000"/>
        </a:accent4>
        <a:accent5>
          <a:srgbClr val="AAB1BE"/>
        </a:accent5>
        <a:accent6>
          <a:srgbClr val="E70000"/>
        </a:accent6>
        <a:hlink>
          <a:srgbClr val="990033"/>
        </a:hlink>
        <a:folHlink>
          <a:srgbClr val="FFCC00"/>
        </a:folHlink>
      </a:clrScheme>
      <a:clrMap bg1="lt1" tx1="dk1" bg2="lt2" tx2="dk2" accent1="accent1" accent2="accent2" accent3="accent3" accent4="accent4" accent5="accent5" accent6="accent6" hlink="hlink" folHlink="folHlink"/>
    </a:extraClrScheme>
    <a:extraClrScheme>
      <a:clrScheme name="1_Layers 16">
        <a:dk1>
          <a:srgbClr val="000000"/>
        </a:dk1>
        <a:lt1>
          <a:srgbClr val="FFFFCF"/>
        </a:lt1>
        <a:dk2>
          <a:srgbClr val="000066"/>
        </a:dk2>
        <a:lt2>
          <a:srgbClr val="D09A00"/>
        </a:lt2>
        <a:accent1>
          <a:srgbClr val="04477A"/>
        </a:accent1>
        <a:accent2>
          <a:srgbClr val="CC3300"/>
        </a:accent2>
        <a:accent3>
          <a:srgbClr val="FFFFE4"/>
        </a:accent3>
        <a:accent4>
          <a:srgbClr val="000000"/>
        </a:accent4>
        <a:accent5>
          <a:srgbClr val="AAB1BE"/>
        </a:accent5>
        <a:accent6>
          <a:srgbClr val="B92D00"/>
        </a:accent6>
        <a:hlink>
          <a:srgbClr val="990033"/>
        </a:hlink>
        <a:folHlink>
          <a:srgbClr val="FF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chapter03</Template>
  <TotalTime>6893</TotalTime>
  <Words>494</Words>
  <Application>Microsoft Office PowerPoint</Application>
  <PresentationFormat>On-screen Show (4:3)</PresentationFormat>
  <Paragraphs>67</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Times New Roman</vt:lpstr>
      <vt:lpstr>Wingdings</vt:lpstr>
      <vt:lpstr>1_Layers</vt:lpstr>
      <vt:lpstr> Programming Errors </vt:lpstr>
      <vt:lpstr>Objectives</vt:lpstr>
      <vt:lpstr>Introduction</vt:lpstr>
      <vt:lpstr>Introduction….</vt:lpstr>
      <vt:lpstr>Types of programing errors</vt:lpstr>
      <vt:lpstr>Types of programing errors</vt:lpstr>
      <vt:lpstr>Types of programing errors</vt:lpstr>
      <vt:lpstr>Types of programing errors</vt:lpstr>
      <vt:lpstr>Types of programing errors</vt:lpstr>
      <vt:lpstr>Types of programing errors</vt:lpstr>
      <vt:lpstr>Types of programing errors</vt:lpstr>
      <vt:lpstr>END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subject/>
  <dc:creator>Course Technology</dc:creator>
  <cp:keywords/>
  <dc:description/>
  <cp:lastModifiedBy>Jospeter Jonathan</cp:lastModifiedBy>
  <cp:revision>307</cp:revision>
  <cp:lastPrinted>2009-04-22T19:24:48Z</cp:lastPrinted>
  <dcterms:created xsi:type="dcterms:W3CDTF">2002-07-27T03:19:07Z</dcterms:created>
  <dcterms:modified xsi:type="dcterms:W3CDTF">2026-01-12T10:47:24Z</dcterms:modified>
  <cp:category/>
</cp:coreProperties>
</file>